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86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172872"/>
            <a:ext cx="11582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711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16412"/>
            <a:ext cx="11582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72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400" y="0"/>
            <a:ext cx="11658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186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1600" y="0"/>
            <a:ext cx="117348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7150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0600" y="0"/>
            <a:ext cx="11277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539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0600" y="0"/>
            <a:ext cx="11125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956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1600" y="0"/>
            <a:ext cx="11658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363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0600" y="0"/>
            <a:ext cx="113538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336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800" y="0"/>
            <a:ext cx="113538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15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0"/>
            <a:ext cx="11430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651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400" y="0"/>
            <a:ext cx="11811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841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7034"/>
            <a:ext cx="11506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015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0"/>
            <a:ext cx="11582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640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0"/>
            <a:ext cx="11506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144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1600" y="12895"/>
            <a:ext cx="11658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644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5800" y="26963"/>
            <a:ext cx="10820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753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0"/>
            <a:ext cx="11506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192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4400" y="0"/>
            <a:ext cx="10896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355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1600" y="0"/>
            <a:ext cx="11811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363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0" y="0"/>
            <a:ext cx="10820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674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400" y="0"/>
            <a:ext cx="12039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804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800" y="33997"/>
            <a:ext cx="11430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464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400" y="0"/>
            <a:ext cx="11658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51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-9378"/>
            <a:ext cx="11582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968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0"/>
            <a:ext cx="113538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307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800" y="152400"/>
            <a:ext cx="11277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124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9378"/>
            <a:ext cx="11506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407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0"/>
            <a:ext cx="11430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558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7800" y="36342"/>
            <a:ext cx="11658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659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1600" y="304800"/>
            <a:ext cx="117348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345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0600" y="7034"/>
            <a:ext cx="11125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306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400" y="0"/>
            <a:ext cx="11658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871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-76200"/>
            <a:ext cx="11430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47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400" y="0"/>
            <a:ext cx="11506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94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0"/>
            <a:ext cx="11201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719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0"/>
            <a:ext cx="11277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644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1600" y="0"/>
            <a:ext cx="11811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32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4400" y="30480"/>
            <a:ext cx="10896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749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0600" y="0"/>
            <a:ext cx="11125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115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0"/>
            <a:ext cx="113538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135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1600" y="42203"/>
            <a:ext cx="117348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38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1600" y="0"/>
            <a:ext cx="11811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103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0600" y="0"/>
            <a:ext cx="11125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70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400" y="0"/>
            <a:ext cx="11506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304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18757"/>
            <a:ext cx="11582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373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0" y="0"/>
            <a:ext cx="113538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421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400" y="0"/>
            <a:ext cx="11811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903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12895"/>
            <a:ext cx="11201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243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4400" y="28135"/>
            <a:ext cx="112014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216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800" y="16412"/>
            <a:ext cx="111252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584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On-screen Show (4:3)</PresentationFormat>
  <Paragraphs>0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ECELAB</cp:lastModifiedBy>
  <cp:revision>4</cp:revision>
  <dcterms:created xsi:type="dcterms:W3CDTF">2006-08-16T00:00:00Z</dcterms:created>
  <dcterms:modified xsi:type="dcterms:W3CDTF">2016-10-27T19:41:29Z</dcterms:modified>
</cp:coreProperties>
</file>